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a:ph type="title"/>
          </p:nvPr>
        </p:nvSpPr>
        <p:spPr/>
        <p:txBody>
          <a:bodyPr/>
          <a:lstStyle/>
          <a:p>
            <a:pPr lvl="0"/>
            <a:r>
              <a:t>月落渡口·工作汇报</a:t>
            </a:r>
          </a:p>
        </p:txBody>
      </p:sp>
      <p:sp>
        <p:nvSpPr>
          <p:cNvPr id="3" name="副标题 2"/>
          <p:cNvSpPr/>
          <p:nvPr>
            <a:ph type="subTitle"/>
          </p:nvPr>
        </p:nvSpPr>
        <p:spPr/>
        <p:txBody>
          <a:bodyPr/>
          <a:lstStyle/>
          <a:p>
            <a:pPr lvl="0"/>
            <a:r>
              <a:t>第三季度续写工程</a:t>
            </a:r>
          </a:p>
        </p:txBody>
      </p:sp>
      <p:sp>
        <p:nvSpPr>
          <p:cNvPr id="4" name="正文占位符 3"/>
          <p:cNvSpPr/>
          <p:nvPr>
            <a:ph type="body"/>
          </p:nvPr>
        </p:nvSpPr>
        <p:spPr/>
        <p:txBody>
          <a:bodyPr/>
          <a:lstStyle/>
          <a:p>
            <a:pPr lvl="0"/>
            <a:r>
              <a:t>黑钥匙已到林峥手中</a:t>
            </a:r>
          </a:p>
          <a:p>
            <a:pPr lvl="1"/>
            <a:r>
              <a:t>白遥仍未暴露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a:ph type="title"/>
          </p:nvPr>
        </p:nvSpPr>
        <p:spPr/>
        <p:txBody>
          <a:bodyPr/>
          <a:lstStyle/>
          <a:p>
            <a:pPr lvl="0"/>
            <a:r>
              <a:t>关键物品清单</a:t>
            </a:r>
          </a:p>
        </p:txBody>
      </p:sp>
      <p:graphicFrame>
        <p:nvGraphicFramePr>
          <p:cNvPr id="3" name="表 1"/>
          <p:cNvGraphicFramePr/>
          <p:nvPr/>
        </p:nvGraphicFramePr>
        <p:xfrm>
          <a:off x="100" y="100"/>
          <a:ext cx="4000" cy="2000"/>
        </p:xfrm>
        <a:graphic>
          <a:graphicData uri="http://schemas.openxmlformats.org/drawingml/2006/main">
            <a:tbl>
              <a:tblPr firstRow="1" bandRow="1"/>
              <a:tblGrid>
                <a:gridCol w="1300"/>
                <a:gridCol w="1300"/>
                <a:gridCol w="1300"/>
              </a:tblGrid>
              <a:tr h="600">
                <a:tc>
                  <a:txBody>
                    <a:bodyPr/>
                    <a:p>
                      <a:r>
                        <a:t>项目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数量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备注</a:t>
                      </a:r>
                    </a:p>
                  </a:txBody>
                </a:tc>
              </a:tr>
              <a:tr h="600">
                <a:tc>
                  <a:txBody>
                    <a:bodyPr/>
                    <a:p>
                      <a:r>
                        <a:t>黑钥匙</a:t>
                      </a:r>
                    </a:p>
                  </a:txBody>
                  <a:tcPr>
                    <a:gridSpan val="2"/>
                  </a:tcPr>
                </a:tc>
                <a:tc>
                  <a:txBody>
                    <a:bodyPr/>
                    <a:p>
                      <a:r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